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sldIdLst>
    <p:sldId id="422" r:id="rId2"/>
    <p:sldId id="423" r:id="rId3"/>
    <p:sldId id="424" r:id="rId4"/>
    <p:sldId id="425" r:id="rId5"/>
    <p:sldId id="426" r:id="rId6"/>
    <p:sldId id="427" r:id="rId7"/>
    <p:sldId id="428" r:id="rId8"/>
    <p:sldId id="429" r:id="rId9"/>
    <p:sldId id="430" r:id="rId10"/>
    <p:sldId id="431" r:id="rId11"/>
    <p:sldId id="43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002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4045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69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47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576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60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78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966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149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880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197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9612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3427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3264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2989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7360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4119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1DDDA-CF9A-3E42-B2EA-A75C6081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760885-16C4-CA68-F3C5-334A41860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E7095F-8D11-EDEA-7C39-9B9B87EA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380D6-046D-31C6-B1CE-3D75BAB18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283B2A-5164-B5FB-17B6-26EA174A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056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9A6D6AF-755A-4695-8C00-2C886C32422B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69312-B8FA-41CA-8051-3294B5B70CE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2949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43592-4396-BCAA-8DB6-A23CD6F836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KALI LINUX 2026: ESTRATEGIAS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9A3177-01BB-BF6C-E082-6DD3F2B142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Alejandro Molina de Haro</a:t>
            </a:r>
          </a:p>
          <a:p>
            <a:r>
              <a:rPr lang="es-ES"/>
              <a:t>22 de Abril de 2026</a:t>
            </a:r>
          </a:p>
        </p:txBody>
      </p:sp>
    </p:spTree>
    <p:extLst>
      <p:ext uri="{BB962C8B-B14F-4D97-AF65-F5344CB8AC3E}">
        <p14:creationId xmlns:p14="http://schemas.microsoft.com/office/powerpoint/2010/main" val="140361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33F7E-9265-5B62-5619-33EB01C8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1. HACKING ÉTICO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C25C39-1F68-2A82-8D3D-D77094BA0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- Legalidad y contratos</a:t>
            </a:r>
          </a:p>
          <a:p>
            <a:r>
              <a:rPr lang="es-ES"/>
              <a:t>- Transparencia de código</a:t>
            </a:r>
          </a:p>
          <a:p>
            <a:r>
              <a:rPr lang="es-ES"/>
              <a:t>- Mentalidad defensiva</a:t>
            </a:r>
          </a:p>
        </p:txBody>
      </p:sp>
    </p:spTree>
    <p:extLst>
      <p:ext uri="{BB962C8B-B14F-4D97-AF65-F5344CB8AC3E}">
        <p14:creationId xmlns:p14="http://schemas.microsoft.com/office/powerpoint/2010/main" val="1785424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20626-6340-219D-83AE-E7F29F76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2. LABORATORIO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51E114-9F7F-A51A-3EAC-0B1CF9313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- VirtualBox</a:t>
            </a:r>
          </a:p>
          <a:p>
            <a:r>
              <a:rPr lang="es-ES"/>
              <a:t>- ISO Kali.org</a:t>
            </a:r>
          </a:p>
          <a:p>
            <a:r>
              <a:rPr lang="es-ES"/>
              <a:t>- RAM: 2GB / HDD: 20GB</a:t>
            </a:r>
          </a:p>
        </p:txBody>
      </p:sp>
    </p:spTree>
    <p:extLst>
      <p:ext uri="{BB962C8B-B14F-4D97-AF65-F5344CB8AC3E}">
        <p14:creationId xmlns:p14="http://schemas.microsoft.com/office/powerpoint/2010/main" val="4165730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1734F-4B3C-E98F-962A-D3D15BF9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3. TERMINAL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39A37B-587A-7183-D78F-A6202D301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- pwd: Ubicación</a:t>
            </a:r>
          </a:p>
          <a:p>
            <a:r>
              <a:rPr lang="es-ES"/>
              <a:t>- ls -la: Ver archivos</a:t>
            </a:r>
          </a:p>
          <a:p>
            <a:r>
              <a:rPr lang="es-ES"/>
              <a:t>- cd: Navegación</a:t>
            </a:r>
          </a:p>
        </p:txBody>
      </p:sp>
    </p:spTree>
    <p:extLst>
      <p:ext uri="{BB962C8B-B14F-4D97-AF65-F5344CB8AC3E}">
        <p14:creationId xmlns:p14="http://schemas.microsoft.com/office/powerpoint/2010/main" val="287301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CDC90-44A0-AA44-8369-20E8E9C3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4. ARCHIVOS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0D2C55-1D90-7A92-0D86-E4C842BF1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- mkdir: Carpetas</a:t>
            </a:r>
          </a:p>
          <a:p>
            <a:r>
              <a:rPr lang="pt-BR"/>
              <a:t>- touch: Archivos</a:t>
            </a:r>
          </a:p>
          <a:p>
            <a:r>
              <a:rPr lang="pt-BR"/>
              <a:t>- rm -r: Borrar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814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E2187-D285-D4D7-A134-D38F12275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5. PRIVILEGIOS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AFF0F6-2133-3FDD-8BB6-CCC96D2AF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- sudo: Administrador</a:t>
            </a:r>
          </a:p>
          <a:p>
            <a:r>
              <a:rPr lang="es-ES"/>
              <a:t>- chmod +x: Ejecutar</a:t>
            </a:r>
          </a:p>
          <a:p>
            <a:r>
              <a:rPr lang="es-ES"/>
              <a:t>- chown: Dueño</a:t>
            </a:r>
          </a:p>
        </p:txBody>
      </p:sp>
    </p:spTree>
    <p:extLst>
      <p:ext uri="{BB962C8B-B14F-4D97-AF65-F5344CB8AC3E}">
        <p14:creationId xmlns:p14="http://schemas.microsoft.com/office/powerpoint/2010/main" val="39768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25004-036E-06FF-243C-40D9E21A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6. REDES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5B7D5A-E188-7FAA-DAFD-F5E4B2DFB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- ifconfig: Ver IP</a:t>
            </a:r>
          </a:p>
          <a:p>
            <a:r>
              <a:rPr lang="es-ES"/>
              <a:t>- ping: Conexión</a:t>
            </a:r>
          </a:p>
          <a:p>
            <a:r>
              <a:rPr lang="es-ES"/>
              <a:t>- apt update: Actualizar</a:t>
            </a:r>
          </a:p>
        </p:txBody>
      </p:sp>
    </p:spTree>
    <p:extLst>
      <p:ext uri="{BB962C8B-B14F-4D97-AF65-F5344CB8AC3E}">
        <p14:creationId xmlns:p14="http://schemas.microsoft.com/office/powerpoint/2010/main" val="3005761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CE07D-F9BE-260B-82F8-739D59E4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7. NMAP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274BF0-001D-AF2D-A584-BDF6061D4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- -sS: Sigilo</a:t>
            </a:r>
          </a:p>
          <a:p>
            <a:r>
              <a:rPr lang="it-IT"/>
              <a:t>- -sV: Versiones</a:t>
            </a:r>
          </a:p>
          <a:p>
            <a:r>
              <a:rPr lang="it-IT"/>
              <a:t>- -O: Sistema Operativo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9457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F24E2-C608-B226-F0E9-B214CBBB0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8. EXPLOTACIÓN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BE2DA4-86C6-42E9-4133-F8ACA4ECB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- msfconsole: Metasploit</a:t>
            </a:r>
          </a:p>
          <a:p>
            <a:r>
              <a:rPr lang="es-ES"/>
              <a:t>- hydra: Fuerza bruta</a:t>
            </a:r>
          </a:p>
          <a:p>
            <a:r>
              <a:rPr lang="es-ES"/>
              <a:t>- nc: Netcat</a:t>
            </a:r>
          </a:p>
        </p:txBody>
      </p:sp>
    </p:spTree>
    <p:extLst>
      <p:ext uri="{BB962C8B-B14F-4D97-AF65-F5344CB8AC3E}">
        <p14:creationId xmlns:p14="http://schemas.microsoft.com/office/powerpoint/2010/main" val="72942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2D26F-DF81-5FB8-1DE1-97EAAE60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9. RECURSOS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87288C-A71F-3482-306F-F8B86762D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- HackTricks</a:t>
            </a:r>
          </a:p>
          <a:p>
            <a:r>
              <a:rPr lang="es-ES"/>
              <a:t>- Exploit-DB</a:t>
            </a:r>
          </a:p>
          <a:p>
            <a:r>
              <a:rPr lang="es-ES"/>
              <a:t>- GTFOBins</a:t>
            </a:r>
          </a:p>
        </p:txBody>
      </p:sp>
    </p:spTree>
    <p:extLst>
      <p:ext uri="{BB962C8B-B14F-4D97-AF65-F5344CB8AC3E}">
        <p14:creationId xmlns:p14="http://schemas.microsoft.com/office/powerpoint/2010/main" val="2985697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E9548-4B1F-3088-2312-84E917A8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10. CONCLUSIÓN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EDBE2F-F16A-0A9F-96A4-FCB064D13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El hacking ético protege la red.</a:t>
            </a:r>
          </a:p>
          <a:p>
            <a:r>
              <a:rPr lang="es-ES"/>
              <a:t>Fin de la presentación.</a:t>
            </a:r>
          </a:p>
        </p:txBody>
      </p:sp>
    </p:spTree>
    <p:extLst>
      <p:ext uri="{BB962C8B-B14F-4D97-AF65-F5344CB8AC3E}">
        <p14:creationId xmlns:p14="http://schemas.microsoft.com/office/powerpoint/2010/main" val="2644530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Violeta rojo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175</Words>
  <Application>Microsoft Office PowerPoint</Application>
  <PresentationFormat>Panorámica</PresentationFormat>
  <Paragraphs>42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KALI LINUX 2026: ESTRATEGIAS</vt:lpstr>
      <vt:lpstr>1. HACKING ÉTICO</vt:lpstr>
      <vt:lpstr>2. LABORATORIO</vt:lpstr>
      <vt:lpstr>3. TERMINAL</vt:lpstr>
      <vt:lpstr>4. ARCHIVOS</vt:lpstr>
      <vt:lpstr>5. PRIVILEGIOS</vt:lpstr>
      <vt:lpstr>6. REDES</vt:lpstr>
      <vt:lpstr>7. NMAP</vt:lpstr>
      <vt:lpstr>8. EXPLOTACIÓN</vt:lpstr>
      <vt:lpstr>9. RECURSOS</vt:lpstr>
      <vt:lpstr>10. 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Molina de Haro</dc:creator>
  <cp:lastModifiedBy>Alejandro Molina de Haro</cp:lastModifiedBy>
  <cp:revision>1</cp:revision>
  <dcterms:created xsi:type="dcterms:W3CDTF">2026-04-22T11:37:30Z</dcterms:created>
  <dcterms:modified xsi:type="dcterms:W3CDTF">2026-04-22T11:39:49Z</dcterms:modified>
</cp:coreProperties>
</file>