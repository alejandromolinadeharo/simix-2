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819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903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191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833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248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431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81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503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491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123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0342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2303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433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9902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9443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4156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77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1257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Incidente de Seguridad en el Instituto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3299381"/>
            <a:ext cx="6711654" cy="2949025"/>
          </a:xfrm>
        </p:spPr>
        <p:txBody>
          <a:bodyPr/>
          <a:lstStyle/>
          <a:p>
            <a:r>
              <a:rPr dirty="0" err="1"/>
              <a:t>Módulo</a:t>
            </a:r>
            <a:r>
              <a:rPr dirty="0"/>
              <a:t>: </a:t>
            </a:r>
            <a:r>
              <a:rPr dirty="0" err="1"/>
              <a:t>Seguridad</a:t>
            </a:r>
            <a:r>
              <a:rPr dirty="0"/>
              <a:t> </a:t>
            </a:r>
            <a:r>
              <a:rPr dirty="0" err="1"/>
              <a:t>Informática</a:t>
            </a:r>
            <a:r>
              <a:rPr dirty="0"/>
              <a:t> – 2º SMIX</a:t>
            </a:r>
            <a:r>
              <a:rPr lang="es-ES" dirty="0"/>
              <a:t>				</a:t>
            </a:r>
            <a:endParaRPr dirty="0"/>
          </a:p>
          <a:p>
            <a:pPr lvl="1"/>
            <a:r>
              <a:rPr dirty="0" err="1"/>
              <a:t>Análisis</a:t>
            </a:r>
            <a:r>
              <a:rPr dirty="0"/>
              <a:t> y </a:t>
            </a:r>
            <a:r>
              <a:rPr dirty="0" err="1"/>
              <a:t>propuesta</a:t>
            </a:r>
            <a:r>
              <a:rPr dirty="0"/>
              <a:t> de </a:t>
            </a:r>
            <a:r>
              <a:rPr dirty="0" err="1"/>
              <a:t>solución</a:t>
            </a:r>
            <a:endParaRPr lang="es-ES" dirty="0"/>
          </a:p>
          <a:p>
            <a:pPr marL="457207" lvl="1" indent="0">
              <a:buNone/>
            </a:pPr>
            <a:r>
              <a:rPr lang="es-ES" dirty="0"/>
              <a:t>																																																																			Alejandro Molina De Haro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Contexto del caso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Aparición de una Wi-Fi falsa.</a:t>
            </a:r>
          </a:p>
          <a:p>
            <a:pPr lvl="1"/>
            <a:r>
              <a:t>Robo de cuentas tras conectarse.</a:t>
            </a:r>
          </a:p>
          <a:p>
            <a:pPr lvl="1"/>
            <a:r>
              <a:t>PDF con firma digital inválida.</a:t>
            </a:r>
          </a:p>
          <a:p>
            <a:pPr lvl="1"/>
            <a:r>
              <a:t>WPS activado y misma contraseña en todas las redes.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Ataque Wi-Fi detectado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Tipo de ataque: Evil Twin.</a:t>
            </a:r>
          </a:p>
          <a:p>
            <a:pPr lvl="1"/>
            <a:r>
              <a:t>Red falsa que imita a la original.</a:t>
            </a:r>
          </a:p>
          <a:p>
            <a:pPr lvl="1"/>
            <a:r>
              <a:t>Busca que los usuarios se conecten sin darse cuenta.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Evidencias del ataque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red falsa tenía más potencia.</a:t>
            </a:r>
          </a:p>
          <a:p>
            <a:pPr lvl="1"/>
            <a:r>
              <a:t>No pedía contraseña.</a:t>
            </a:r>
          </a:p>
          <a:p>
            <a:pPr lvl="1"/>
            <a:r>
              <a:t>Mostraba una página intermedia sospechosa.</a:t>
            </a:r>
          </a:p>
          <a:p>
            <a:pPr lvl="1"/>
            <a:r>
              <a:t>Nombre casi igual al original.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 del ataque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Robo de credenciales.</a:t>
            </a:r>
          </a:p>
          <a:p>
            <a:pPr lvl="1"/>
            <a:r>
              <a:t>Posible acceso a correos.</a:t>
            </a:r>
          </a:p>
          <a:p>
            <a:pPr lvl="1"/>
            <a:r>
              <a:t>Suplantación de identidad.</a:t>
            </a:r>
          </a:p>
          <a:p>
            <a:pPr lvl="1"/>
            <a:r>
              <a:t>Riesgo para sistemas internos.</a:t>
            </a:r>
          </a:p>
          <a:p>
            <a:pPr lvl="1"/>
            <a:r>
              <a:t>Daño a la imagen del centro.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Incidente del 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Firma digital inválida.</a:t>
            </a:r>
          </a:p>
          <a:p>
            <a:pPr lvl="1"/>
            <a:r>
              <a:t>Correo con dirección casi igual a la oficial.</a:t>
            </a:r>
          </a:p>
          <a:p>
            <a:pPr lvl="1"/>
            <a:r>
              <a:t>Posible phishing por suplantación.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Fallos detectados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verificar correctamente el remitente.</a:t>
            </a:r>
          </a:p>
          <a:p>
            <a:pPr lvl="1"/>
            <a:r>
              <a:t>Posible mala configuración de SPF, DKIM y DMARC.</a:t>
            </a:r>
          </a:p>
          <a:p>
            <a:pPr lvl="1"/>
            <a:r>
              <a:t>Falta de formación en verificación de firmas digitales.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Riesgo del WPS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Permite conexión con PIN de 8 dígitos.</a:t>
            </a:r>
          </a:p>
          <a:p>
            <a:pPr lvl="1"/>
            <a:r>
              <a:t>Vulnerable a ataques de fuerza bruta.</a:t>
            </a:r>
          </a:p>
          <a:p>
            <a:pPr lvl="1"/>
            <a:r>
              <a:t>Puede revelar la contraseña real del Wi-Fi.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de repetir contraseñas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 una red se compromete, todas también.</a:t>
            </a:r>
          </a:p>
          <a:p>
            <a:pPr lvl="1"/>
            <a:r>
              <a:t>Facilita movimiento lateral.</a:t>
            </a:r>
          </a:p>
          <a:p>
            <a:pPr lvl="1"/>
            <a:r>
              <a:t>Aumenta el riesgo de acceso a la red interna.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Medidas urgentes (24h)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Desactivar WPS.</a:t>
            </a:r>
          </a:p>
          <a:p>
            <a:pPr lvl="1"/>
            <a:r>
              <a:t>Cambiar todas las contraseñas.</a:t>
            </a:r>
          </a:p>
          <a:p>
            <a:pPr lvl="1"/>
            <a:r>
              <a:t>Eliminar redes abiertas.</a:t>
            </a:r>
          </a:p>
          <a:p>
            <a:pPr lvl="1"/>
            <a:r>
              <a:t>Separar redes con VLAN.</a:t>
            </a:r>
          </a:p>
          <a:p>
            <a:pPr lvl="1"/>
            <a:r>
              <a:t>Configurar correctamente SPF, DKIM y DMARC.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Rediseño de infraestructura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Implementar WPA3-Enterprise.</a:t>
            </a:r>
          </a:p>
          <a:p>
            <a:pPr lvl="1"/>
            <a:r>
              <a:t>WPS desactivado permanentemente.</a:t>
            </a:r>
          </a:p>
          <a:p>
            <a:pPr lvl="1"/>
            <a:r>
              <a:t>VLAN separadas (profes, alumnos, invitados, administración).</a:t>
            </a:r>
          </a:p>
          <a:p>
            <a:pPr lvl="1"/>
            <a:r>
              <a:t>Servidor RADIUS y MFA obligatorio.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Amenaza más probable: Evil Twin.</a:t>
            </a:r>
          </a:p>
          <a:p>
            <a:pPr lvl="1"/>
            <a:r>
              <a:t>Vulnerabilidad más grave: WPS y falta de segmentación.</a:t>
            </a:r>
          </a:p>
          <a:p>
            <a:pPr lvl="1"/>
            <a:r>
              <a:t>Medida clave: WPA3-Enterprise + VLAN.</a:t>
            </a:r>
          </a:p>
          <a:p>
            <a:pPr lvl="1"/>
            <a:r>
              <a:t>Importancia de entender la firma digital.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396</Words>
  <Application>Microsoft Office PowerPoint</Application>
  <PresentationFormat>Presentación en pantalla (4:3)</PresentationFormat>
  <Paragraphs>56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Century Gothic</vt:lpstr>
      <vt:lpstr>Wingdings 3</vt:lpstr>
      <vt:lpstr>Ion</vt:lpstr>
      <vt:lpstr>Incidente de Seguridad en el Instituto</vt:lpstr>
      <vt:lpstr>Contexto del caso</vt:lpstr>
      <vt:lpstr>Ataque Wi-Fi detectado</vt:lpstr>
      <vt:lpstr>Evidencias del ataque</vt:lpstr>
      <vt:lpstr>Impacto del ataque</vt:lpstr>
      <vt:lpstr>Incidente del PDF</vt:lpstr>
      <vt:lpstr>Fallos detectados</vt:lpstr>
      <vt:lpstr>Riesgo del WPS</vt:lpstr>
      <vt:lpstr>Problema de repetir contraseñas</vt:lpstr>
      <vt:lpstr>Medidas urgentes (24h)</vt:lpstr>
      <vt:lpstr>Rediseño de infraestructura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Alejandro Molina de Haro</cp:lastModifiedBy>
  <cp:revision>2</cp:revision>
  <dcterms:created xsi:type="dcterms:W3CDTF">2013-01-27T09:14:16Z</dcterms:created>
  <dcterms:modified xsi:type="dcterms:W3CDTF">2026-03-04T09:30:28Z</dcterms:modified>
  <cp:category/>
</cp:coreProperties>
</file>