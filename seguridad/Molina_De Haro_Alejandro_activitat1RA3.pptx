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Incidente de Seguridad en el Instituto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Módulo: Seguridad Informática – 2º SMIX</a:t>
            </a:r>
          </a:p>
          <a:p>
            <a:pPr lvl="1"/>
            <a:r>
              <a:t>Análisis y propuesta de solución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Contexto del caso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Aparición de una Wi-Fi falsa.</a:t>
            </a:r>
          </a:p>
          <a:p>
            <a:pPr lvl="1"/>
            <a:r>
              <a:t>Robo de cuentas tras conectarse.</a:t>
            </a:r>
          </a:p>
          <a:p>
            <a:pPr lvl="1"/>
            <a:r>
              <a:t>PDF con firma digital inválida.</a:t>
            </a:r>
          </a:p>
          <a:p>
            <a:pPr lvl="1"/>
            <a:r>
              <a:t>WPS activado y misma contraseña en todas las redes.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Ataque Wi-Fi detectado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 de ataque: Evil Twin.</a:t>
            </a:r>
          </a:p>
          <a:p>
            <a:pPr lvl="1"/>
            <a:r>
              <a:t>Red falsa que imita a la original.</a:t>
            </a:r>
          </a:p>
          <a:p>
            <a:pPr lvl="1"/>
            <a:r>
              <a:t>Busca que los usuarios se conecten sin darse cuenta.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Evidencias del ataque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red falsa tenía más potencia.</a:t>
            </a:r>
          </a:p>
          <a:p>
            <a:pPr lvl="1"/>
            <a:r>
              <a:t>No pedía contraseña.</a:t>
            </a:r>
          </a:p>
          <a:p>
            <a:pPr lvl="1"/>
            <a:r>
              <a:t>Mostraba una página intermedia sospechosa.</a:t>
            </a:r>
          </a:p>
          <a:p>
            <a:pPr lvl="1"/>
            <a:r>
              <a:t>Nombre casi igual al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del ataque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 de credenciales.</a:t>
            </a:r>
          </a:p>
          <a:p>
            <a:pPr lvl="1"/>
            <a:r>
              <a:t>Posible acceso a correos.</a:t>
            </a:r>
          </a:p>
          <a:p>
            <a:pPr lvl="1"/>
            <a:r>
              <a:t>Suplantación de identidad.</a:t>
            </a:r>
          </a:p>
          <a:p>
            <a:pPr lvl="1"/>
            <a:r>
              <a:t>Riesgo para sistemas internos.</a:t>
            </a:r>
          </a:p>
          <a:p>
            <a:pPr lvl="1"/>
            <a:r>
              <a:t>Daño a la imagen del centro.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Incidente del 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Firma digital inválida.</a:t>
            </a:r>
          </a:p>
          <a:p>
            <a:pPr lvl="1"/>
            <a:r>
              <a:t>Correo con dirección casi igual a la oficial.</a:t>
            </a:r>
          </a:p>
          <a:p>
            <a:pPr lvl="1"/>
            <a:r>
              <a:t>Posible phishing por suplantación.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Fallos detectados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verificar correctamente el remitente.</a:t>
            </a:r>
          </a:p>
          <a:p>
            <a:pPr lvl="1"/>
            <a:r>
              <a:t>Posible mala configuración de SPF, DKIM y DMARC.</a:t>
            </a:r>
          </a:p>
          <a:p>
            <a:pPr lvl="1"/>
            <a:r>
              <a:t>Falta de formación en verificación de firmas digitales.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Riesgo del WPS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conexión con PIN de 8 dígitos.</a:t>
            </a:r>
          </a:p>
          <a:p>
            <a:pPr lvl="1"/>
            <a:r>
              <a:t>Vulnerable a ataques de fuerza bruta.</a:t>
            </a:r>
          </a:p>
          <a:p>
            <a:pPr lvl="1"/>
            <a:r>
              <a:t>Puede revelar la contraseña real del Wi-Fi.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de repetir contraseñas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 una red se compromete, todas también.</a:t>
            </a:r>
          </a:p>
          <a:p>
            <a:pPr lvl="1"/>
            <a:r>
              <a:t>Facilita movimiento lateral.</a:t>
            </a:r>
          </a:p>
          <a:p>
            <a:pPr lvl="1"/>
            <a:r>
              <a:t>Aumenta el riesgo de acceso a la red interna.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Medidas urgentes (24h)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Desactivar WPS.</a:t>
            </a:r>
          </a:p>
          <a:p>
            <a:pPr lvl="1"/>
            <a:r>
              <a:t>Cambiar todas las contraseñas.</a:t>
            </a:r>
          </a:p>
          <a:p>
            <a:pPr lvl="1"/>
            <a:r>
              <a:t>Eliminar redes abiertas.</a:t>
            </a:r>
          </a:p>
          <a:p>
            <a:pPr lvl="1"/>
            <a:r>
              <a:t>Separar redes con VLAN.</a:t>
            </a:r>
          </a:p>
          <a:p>
            <a:pPr lvl="1"/>
            <a:r>
              <a:t>Configurar correctamente SPF, DKIM y DMARC.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Rediseño de infraestructura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Implementar WPA3-Enterprise.</a:t>
            </a:r>
          </a:p>
          <a:p>
            <a:pPr lvl="1"/>
            <a:r>
              <a:t>WPS desactivado permanentemente.</a:t>
            </a:r>
          </a:p>
          <a:p>
            <a:pPr lvl="1"/>
            <a:r>
              <a:t>VLAN separadas (profes, alumnos, invitados, administración).</a:t>
            </a:r>
          </a:p>
          <a:p>
            <a:pPr lvl="1"/>
            <a:r>
              <a:t>Servidor RADIUS y MFA obligatorio.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Amenaza más probable: Evil Twin.</a:t>
            </a:r>
          </a:p>
          <a:p>
            <a:pPr lvl="1"/>
            <a:r>
              <a:t>Vulnerabilidad más grave: WPS y falta de segmentación.</a:t>
            </a:r>
          </a:p>
          <a:p>
            <a:pPr lvl="1"/>
            <a:r>
              <a:t>Medida clave: WPA3-Enterprise + VLAN.</a:t>
            </a:r>
          </a:p>
          <a:p>
            <a:pPr lvl="1"/>
            <a:r>
              <a:t>Importancia de entender la firma digital.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