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Incidente de Seguridad – Instituto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Análisis completo del caso</a:t>
            </a:r>
          </a:p>
          <a:p>
            <a:pPr lvl="1"/>
            <a:r>
              <a:t>Alumno: Alejandro Molina (2º SMIX)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Tres incidentes en una semana</a:t>
            </a:r>
          </a:p>
          <a:p>
            <a:pPr lvl="1"/>
            <a:r>
              <a:t>Wi-Fi falsa</a:t>
            </a:r>
          </a:p>
          <a:p>
            <a:pPr lvl="1"/>
            <a:r>
              <a:t>Robo de cuentas</a:t>
            </a:r>
          </a:p>
          <a:p>
            <a:pPr lvl="1"/>
            <a:r>
              <a:t>Correo fraudulento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Infraestructura mal configurada</a:t>
            </a:r>
          </a:p>
          <a:p>
            <a:pPr lvl="1"/>
            <a:r>
              <a:t>WPS activado</a:t>
            </a:r>
          </a:p>
          <a:p>
            <a:pPr lvl="1"/>
            <a:r>
              <a:t>Contraseñas repetidas</a:t>
            </a:r>
          </a:p>
          <a:p>
            <a:pPr lvl="1"/>
            <a:r>
              <a:t>Sin segmentación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Ataque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Evil Twin</a:t>
            </a:r>
          </a:p>
          <a:p>
            <a:pPr lvl="1"/>
            <a:r>
              <a:t>Red falsa con mismo nombre</a:t>
            </a:r>
          </a:p>
          <a:p>
            <a:pPr lvl="1"/>
            <a:r>
              <a:t>Mayor señal</a:t>
            </a:r>
          </a:p>
          <a:p>
            <a:pPr lvl="1"/>
            <a:r>
              <a:t>Sin contraseña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Reconstrucción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Atacante crea IES_iMES_FREE</a:t>
            </a:r>
          </a:p>
          <a:p>
            <a:pPr lvl="1"/>
            <a:r>
              <a:t>Mismo canal que red real</a:t>
            </a:r>
          </a:p>
          <a:p>
            <a:pPr lvl="1"/>
            <a:r>
              <a:t>Engaña a dispositivos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Reconstrucción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Alumno se desconecta</a:t>
            </a:r>
          </a:p>
          <a:p>
            <a:pPr lvl="1"/>
            <a:r>
              <a:t>Se conecta automáticamente</a:t>
            </a:r>
          </a:p>
          <a:p>
            <a:pPr lvl="1"/>
            <a:r>
              <a:t>Red abierta más fuerte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Reconstrucción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Acceso a web</a:t>
            </a:r>
          </a:p>
          <a:p>
            <a:pPr lvl="1"/>
            <a:r>
              <a:t>Redirección a página falsa</a:t>
            </a:r>
          </a:p>
          <a:p>
            <a:pPr lvl="1"/>
            <a:r>
              <a:t>Sin HTTPS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Reconstrucción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Usuario introduce credenciales</a:t>
            </a:r>
          </a:p>
          <a:p>
            <a:pPr lvl="1"/>
            <a:r>
              <a:t>Atacante las roba</a:t>
            </a:r>
          </a:p>
          <a:p>
            <a:pPr lvl="1"/>
            <a:r>
              <a:t>Acceso a cuentas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con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Correo falso del instituto</a:t>
            </a:r>
          </a:p>
          <a:p>
            <a:pPr lvl="1"/>
            <a:r>
              <a:t>Dominio similar</a:t>
            </a:r>
          </a:p>
          <a:p>
            <a:pPr lvl="1"/>
            <a:r>
              <a:t>SPF FAIL y sin DKIM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Técnica: Evil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 Wi-Fi falsa</a:t>
            </a:r>
          </a:p>
          <a:p>
            <a:pPr lvl="1"/>
            <a:r>
              <a:t>Mismo nombre</a:t>
            </a:r>
          </a:p>
          <a:p>
            <a:pPr lvl="1"/>
            <a:r>
              <a:t>Engaño al usuario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Técnica: MitM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Intercepta tráfico</a:t>
            </a:r>
          </a:p>
          <a:p>
            <a:pPr lvl="1"/>
            <a:r>
              <a:t>Modifica conexiones</a:t>
            </a:r>
          </a:p>
          <a:p>
            <a:pPr lvl="1"/>
            <a:r>
              <a:t>Redirecciones falsas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Técnica: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Correos falsos</a:t>
            </a:r>
          </a:p>
          <a:p>
            <a:pPr lvl="1"/>
            <a:r>
              <a:t>Suplantación de identidad</a:t>
            </a:r>
          </a:p>
          <a:p>
            <a:pPr lvl="1"/>
            <a:r>
              <a:t>Engaño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Técnica: Rogue 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Punto de acceso no autorizado</a:t>
            </a:r>
          </a:p>
          <a:p>
            <a:pPr lvl="1"/>
            <a:r>
              <a:t>Dentro del entorno</a:t>
            </a:r>
          </a:p>
          <a:p>
            <a:pPr lvl="1"/>
            <a:r>
              <a:t>Difícil de detectar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 de cuentas</a:t>
            </a:r>
          </a:p>
          <a:p>
            <a:pPr lvl="1"/>
            <a:r>
              <a:t>Acceso a datos</a:t>
            </a:r>
          </a:p>
          <a:p>
            <a:pPr lvl="1"/>
            <a:r>
              <a:t>Suplantación</a:t>
            </a:r>
          </a:p>
          <a:p>
            <a:pPr lvl="1"/>
            <a:r>
              <a:t>Riesgo interno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Wi-Fi falsa</a:t>
            </a:r>
          </a:p>
          <a:p>
            <a:pPr lvl="1"/>
            <a:r>
              <a:t>2. WPS</a:t>
            </a:r>
          </a:p>
          <a:p>
            <a:pPr lvl="1"/>
            <a:r>
              <a:t>3. Contraseñas</a:t>
            </a:r>
          </a:p>
          <a:p>
            <a:pPr lvl="1"/>
            <a:r>
              <a:t>4. Segmentación</a:t>
            </a:r>
          </a:p>
          <a:p>
            <a:pPr lvl="1"/>
            <a:r>
              <a:t>5. Phishing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Medidas urgentes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Desactivar WPS</a:t>
            </a:r>
          </a:p>
          <a:p>
            <a:pPr lvl="1"/>
            <a:r>
              <a:t>Cambiar contraseñas</a:t>
            </a:r>
          </a:p>
          <a:p>
            <a:pPr lvl="1"/>
            <a:r>
              <a:t>Eliminar redes abiertas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Más medidas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Separar redes (VLAN)</a:t>
            </a:r>
          </a:p>
          <a:p>
            <a:pPr lvl="1"/>
            <a:r>
              <a:t>Revisar accesos</a:t>
            </a:r>
          </a:p>
          <a:p>
            <a:pPr lvl="1"/>
            <a:r>
              <a:t>Bloquear IPs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Configuración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WPA3-Enterprise</a:t>
            </a:r>
          </a:p>
          <a:p>
            <a:pPr lvl="1"/>
            <a:r>
              <a:t>Servidor RADIUS</a:t>
            </a:r>
          </a:p>
          <a:p>
            <a:pPr lvl="1"/>
            <a:r>
              <a:t>Autenticación segura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Correo seguro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SPF</a:t>
            </a:r>
          </a:p>
          <a:p>
            <a:pPr lvl="1"/>
            <a:r>
              <a:t>DKIM</a:t>
            </a:r>
          </a:p>
          <a:p>
            <a:pPr lvl="1"/>
            <a:r>
              <a:t>DMARC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Eliminar redes falsas</a:t>
            </a:r>
          </a:p>
          <a:p>
            <a:pPr lvl="1"/>
            <a:r>
              <a:t>Usar redes seguras</a:t>
            </a:r>
          </a:p>
          <a:p>
            <a:pPr lvl="1"/>
            <a:r>
              <a:t>Actualizar sistemas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Monitorizar Wi-Fi</a:t>
            </a:r>
          </a:p>
          <a:p>
            <a:pPr lvl="1"/>
            <a:r>
              <a:t>Detectar AP falsos</a:t>
            </a:r>
          </a:p>
          <a:p>
            <a:pPr lvl="1"/>
            <a:r>
              <a:t>Analizar tráfico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Wireshark</a:t>
            </a:r>
          </a:p>
          <a:p>
            <a:pPr lvl="1"/>
            <a:r>
              <a:t>Aircrack-ng</a:t>
            </a:r>
          </a:p>
          <a:p>
            <a:pPr lvl="1"/>
            <a:r>
              <a:t>SIEM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Indicadores (IoC)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 sospechosa</a:t>
            </a:r>
          </a:p>
          <a:p>
            <a:pPr lvl="1"/>
            <a:r>
              <a:t>Web sin HTTPS</a:t>
            </a:r>
          </a:p>
          <a:p>
            <a:pPr lvl="1"/>
            <a:r>
              <a:t>SPF FAIL</a:t>
            </a:r>
          </a:p>
          <a:p>
            <a:pPr lvl="1"/>
            <a:r>
              <a:t>IP sospechosa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Mejoras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WPA3-Enterprise</a:t>
            </a:r>
          </a:p>
          <a:p>
            <a:pPr lvl="1"/>
            <a:r>
              <a:t>IDS/IPS</a:t>
            </a:r>
          </a:p>
          <a:p>
            <a:pPr lvl="1"/>
            <a:r>
              <a:t>Monitorización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Ataque combinado</a:t>
            </a:r>
          </a:p>
          <a:p>
            <a:pPr lvl="1"/>
            <a:r>
              <a:t>Fallo: mala configuración</a:t>
            </a:r>
          </a:p>
          <a:p>
            <a:pPr lvl="1"/>
            <a:r>
              <a:t>Solución: seguridad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