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9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2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9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2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4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6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4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6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8736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48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49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1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41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6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76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DC814-47B8-26C0-762A-29828DE92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Incidente de Seguridad – Instituto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0DD8C1-38AE-E07F-90E4-309E018CE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553" y="5293936"/>
            <a:ext cx="4557860" cy="689728"/>
          </a:xfrm>
        </p:spPr>
        <p:txBody>
          <a:bodyPr/>
          <a:lstStyle/>
          <a:p>
            <a:r>
              <a:rPr lang="es-E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Alejadro</a:t>
            </a: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molina de </a:t>
            </a:r>
            <a:r>
              <a:rPr lang="es-E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haro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28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Contexto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dirty="0">
                <a:effectLst/>
                <a:latin typeface="Arial" panose="020B0604020202020204" pitchFamily="34" charset="0"/>
              </a:rPr>
              <a:t>En el instituto se detectan varios incidentes en pocos días.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dirty="0">
                <a:effectLst/>
                <a:latin typeface="Arial" panose="020B0604020202020204" pitchFamily="34" charset="0"/>
              </a:rPr>
              <a:t>Aparece una red </a:t>
            </a:r>
            <a:r>
              <a:rPr lang="es-ES" altLang="es-ES" dirty="0" err="1">
                <a:effectLst/>
                <a:latin typeface="Arial" panose="020B0604020202020204" pitchFamily="34" charset="0"/>
              </a:rPr>
              <a:t>Wi</a:t>
            </a:r>
            <a:r>
              <a:rPr lang="es-ES" altLang="es-ES" dirty="0">
                <a:effectLst/>
                <a:latin typeface="Arial" panose="020B0604020202020204" pitchFamily="34" charset="0"/>
              </a:rPr>
              <a:t>-Fi falsa junto a la original.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dirty="0">
                <a:effectLst/>
                <a:latin typeface="Arial" panose="020B0604020202020204" pitchFamily="34" charset="0"/>
              </a:rPr>
              <a:t>Los usuarios se conectan sin verificar seguridad ni autenticidad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Ataque principal – </a:t>
            </a:r>
            <a:r>
              <a:rPr lang="es-ES" dirty="0" err="1"/>
              <a:t>Evil</a:t>
            </a:r>
            <a:r>
              <a:rPr lang="es-ES" dirty="0"/>
              <a:t> Twin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D964CE-FD94-CCB4-1A11-4B934CDBE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atacante crea una red con nombre casi idéntico.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más potencia o mejor hardware para atraer dispositivos.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usuarios se conectan pensando que es la red oficial.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Reconstrucción 1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463CE9-A89E-81A2-6E18-AD8B6E1BE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atacante despliega un Rogue AP (punto de acceso falso).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 el mismo canal que la red legítima (canal 6).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Esto permite interferir y aumentar las probabilidades de conexión.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Reconstrucción 2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85831A-22CD-1DEE-7909-510B7BA42F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dispositivo del alumno pierde conexión con la red real.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Automáticamente busca redes conocidas cercanas.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conecta a la red abierta sin pedir confirmación.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Reconstrucción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activado</a:t>
            </a:r>
          </a:p>
          <a:p>
            <a:pPr lvl="1"/>
            <a:r>
              <a:t>Misma contraseña en todas las redes</a:t>
            </a:r>
          </a:p>
          <a:p>
            <a:pPr lvl="1"/>
            <a:r>
              <a:t>Sin segmentación</a:t>
            </a:r>
          </a:p>
          <a:p>
            <a:pPr lvl="1"/>
            <a:r>
              <a:t>Correo sin SPF/DKIM/DMARC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Reconstrucción 4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58C142-4A98-75EE-9393-BF6C47EA69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 el tráfico pasa a través del atacante.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pueden interceptar peticiones web.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manipulan respuestas para redirigir al usuario.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Man-in-</a:t>
            </a:r>
            <a:r>
              <a:rPr lang="es-ES" dirty="0" err="1"/>
              <a:t>the</a:t>
            </a:r>
            <a:r>
              <a:rPr lang="es-ES" dirty="0"/>
              <a:t>-</a:t>
            </a:r>
            <a:r>
              <a:rPr lang="es-ES" dirty="0" err="1"/>
              <a:t>Middle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27646F-BCA0-B7FD-CF51-6A6163805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usuario accede a una web como Instagram.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redirigido a una página falsa sin cifrado HTTPS.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sus credenciales, que son capturadas.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Phishing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3D5CFB-1B7F-6AB3-5010-96C5FC2B37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atacante se sitúa entre el cliente y el servidor real.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ver, modificar o bloquear el tráfico.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Especialmente peligroso en redes sin cifrado.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061485-236B-7E0B-5208-B632A475B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envían correos con dominios muy parecidos al real.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usuario confía y abre el contenido.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incluir enlaces o archivos maliciosos.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Fallos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Robo de credenciales personales y académicas. </a:t>
            </a:r>
          </a:p>
          <a:p>
            <a:r>
              <a:rPr lang="es-ES" dirty="0"/>
              <a:t>Posible acceso a servicios internos del centro. </a:t>
            </a:r>
          </a:p>
          <a:p>
            <a:r>
              <a:rPr lang="es-ES" dirty="0"/>
              <a:t>Riesgo de filtración de datos sensibles.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C7D-21EB-086A-5A5F-CA18627E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Medidas urgentes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FB877-006B-04BB-0DF6-298797B2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WPS activado, vulnerable a ataques. </a:t>
            </a:r>
          </a:p>
          <a:p>
            <a:r>
              <a:rPr lang="es-ES" dirty="0"/>
              <a:t>Uso de la misma contraseña en todas las redes. </a:t>
            </a:r>
          </a:p>
          <a:p>
            <a:r>
              <a:rPr lang="es-ES" dirty="0"/>
              <a:t>No existe separación entre redes internas y de invitados. </a:t>
            </a:r>
          </a:p>
        </p:txBody>
      </p:sp>
    </p:spTree>
    <p:extLst>
      <p:ext uri="{BB962C8B-B14F-4D97-AF65-F5344CB8AC3E}">
        <p14:creationId xmlns:p14="http://schemas.microsoft.com/office/powerpoint/2010/main" val="253326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20B9-C1BA-B709-3B21-37632895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final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45BB13-FC5D-2E80-1B90-D29D9E8E9B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Desactivar WPS inmediatamente.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Cambiar todas las contraseñas por claves seguras.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Eliminar redes abiertas no autorizadas. </a:t>
            </a:r>
          </a:p>
        </p:txBody>
      </p:sp>
    </p:spTree>
    <p:extLst>
      <p:ext uri="{BB962C8B-B14F-4D97-AF65-F5344CB8AC3E}">
        <p14:creationId xmlns:p14="http://schemas.microsoft.com/office/powerpoint/2010/main" val="3420534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35315-7735-2C05-0454-8A2433DC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Detección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A35F4-7A0D-C6B9-E05F-247C9AB5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Implementar WPA3-Enterprise para mayor seguridad. </a:t>
            </a:r>
          </a:p>
          <a:p>
            <a:r>
              <a:rPr lang="es-ES" dirty="0"/>
              <a:t>Autenticación mediante servidor RADIUS. </a:t>
            </a:r>
          </a:p>
          <a:p>
            <a:r>
              <a:rPr lang="es-ES" dirty="0"/>
              <a:t>Control de acceso individual por usuario. </a:t>
            </a:r>
          </a:p>
        </p:txBody>
      </p:sp>
    </p:spTree>
    <p:extLst>
      <p:ext uri="{BB962C8B-B14F-4D97-AF65-F5344CB8AC3E}">
        <p14:creationId xmlns:p14="http://schemas.microsoft.com/office/powerpoint/2010/main" val="357412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AF5E2-3B6C-425D-0778-7D072E93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341EC5-9EBC-4D18-091D-389C168C00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Monitorizar constantemente las redes Wi-Fi.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 puntos de acceso no autorizados.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Analizar tráfico en busca de comportamientos anómalos. </a:t>
            </a:r>
          </a:p>
        </p:txBody>
      </p:sp>
    </p:spTree>
    <p:extLst>
      <p:ext uri="{BB962C8B-B14F-4D97-AF65-F5344CB8AC3E}">
        <p14:creationId xmlns:p14="http://schemas.microsoft.com/office/powerpoint/2010/main" val="211121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EB91C-5953-B64B-B0A4-98170A52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D47804-CCF5-7602-4C0B-66BEB5131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Wireshark para analizar paquetes de red. </a:t>
            </a:r>
          </a:p>
          <a:p>
            <a:r>
              <a:rPr lang="es-ES" dirty="0" err="1"/>
              <a:t>Aircrack</a:t>
            </a:r>
            <a:r>
              <a:rPr lang="es-ES" dirty="0"/>
              <a:t>-ng para auditoría de redes </a:t>
            </a:r>
            <a:r>
              <a:rPr lang="es-ES" dirty="0" err="1"/>
              <a:t>Wi</a:t>
            </a:r>
            <a:r>
              <a:rPr lang="es-ES" dirty="0"/>
              <a:t>-Fi. </a:t>
            </a:r>
          </a:p>
          <a:p>
            <a:r>
              <a:rPr lang="es-ES" dirty="0"/>
              <a:t>SIEM para centralizar logs y detectar amenazas. </a:t>
            </a:r>
          </a:p>
        </p:txBody>
      </p:sp>
    </p:spTree>
    <p:extLst>
      <p:ext uri="{BB962C8B-B14F-4D97-AF65-F5344CB8AC3E}">
        <p14:creationId xmlns:p14="http://schemas.microsoft.com/office/powerpoint/2010/main" val="172083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D3825-89BB-4EE3-A960-AAD1847C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Indicadores (</a:t>
            </a:r>
            <a:r>
              <a:rPr lang="es-ES" dirty="0" err="1"/>
              <a:t>IoC</a:t>
            </a:r>
            <a:r>
              <a:rPr lang="es-ES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51C9F9-8757-B0A8-C5C4-0786260341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Presencia de redes abiertas sospechosas.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Redirecciones a páginas sin HTTPS.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Fallos en autenticación de correos (SPF/DKIM). </a:t>
            </a:r>
          </a:p>
        </p:txBody>
      </p:sp>
    </p:spTree>
    <p:extLst>
      <p:ext uri="{BB962C8B-B14F-4D97-AF65-F5344CB8AC3E}">
        <p14:creationId xmlns:p14="http://schemas.microsoft.com/office/powerpoint/2010/main" val="3779499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53A02-94E0-F9BB-9651-D932F950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9E1357-40BD-DDD7-7B42-D915CDE8B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Implementar IDS/IPS para detección de intrusiones. </a:t>
            </a:r>
          </a:p>
          <a:p>
            <a:r>
              <a:rPr lang="es-ES" dirty="0"/>
              <a:t>Control de dispositivos conectados (NAC). </a:t>
            </a:r>
          </a:p>
          <a:p>
            <a:r>
              <a:rPr lang="es-ES" dirty="0"/>
              <a:t>Realizar auditorías periódicas de seguridad. </a:t>
            </a:r>
          </a:p>
        </p:txBody>
      </p:sp>
    </p:spTree>
    <p:extLst>
      <p:ext uri="{BB962C8B-B14F-4D97-AF65-F5344CB8AC3E}">
        <p14:creationId xmlns:p14="http://schemas.microsoft.com/office/powerpoint/2010/main" val="692443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EB24E-E39B-EF3C-FF2F-0ED44C32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6D88DE-D51A-945D-C2D3-AB1D228039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ataque combina varias técnicas (Evil Twin + phishing).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causa principal es la mala configuración.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solución pasa por aplicar medidas de seguridad avanzadas. </a:t>
            </a:r>
          </a:p>
        </p:txBody>
      </p:sp>
    </p:spTree>
    <p:extLst>
      <p:ext uri="{BB962C8B-B14F-4D97-AF65-F5344CB8AC3E}">
        <p14:creationId xmlns:p14="http://schemas.microsoft.com/office/powerpoint/2010/main" val="3395364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3C092-9BA7-87FD-E6A2-100520ECB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347" y="1122362"/>
            <a:ext cx="7704509" cy="5023913"/>
          </a:xfrm>
        </p:spPr>
        <p:txBody>
          <a:bodyPr/>
          <a:lstStyle/>
          <a:p>
            <a:r>
              <a:rPr lang="es-ES" dirty="0"/>
              <a:t>FIN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8182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13</TotalTime>
  <Words>488</Words>
  <Application>Microsoft Office PowerPoint</Application>
  <PresentationFormat>Presentación en pantalla (4:3)</PresentationFormat>
  <Paragraphs>86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Bookman Old Style</vt:lpstr>
      <vt:lpstr>Rockwell</vt:lpstr>
      <vt:lpstr>Damask</vt:lpstr>
      <vt:lpstr>Incidente de Seguridad – Instituto</vt:lpstr>
      <vt:lpstr>Contexto</vt:lpstr>
      <vt:lpstr>Ataque principal – Evil Twin</vt:lpstr>
      <vt:lpstr>Reconstrucción 1</vt:lpstr>
      <vt:lpstr>Reconstrucción 2</vt:lpstr>
      <vt:lpstr>Reconstrucción 3</vt:lpstr>
      <vt:lpstr>Reconstrucción 4</vt:lpstr>
      <vt:lpstr>Man-in-the-Middle</vt:lpstr>
      <vt:lpstr>Phishing</vt:lpstr>
      <vt:lpstr>Impacto</vt:lpstr>
      <vt:lpstr>Fallos de seguridad</vt:lpstr>
      <vt:lpstr>Medidas urgentes</vt:lpstr>
      <vt:lpstr>Solución final</vt:lpstr>
      <vt:lpstr>Detección</vt:lpstr>
      <vt:lpstr>Herramientas</vt:lpstr>
      <vt:lpstr>Presentación de PowerPoint</vt:lpstr>
      <vt:lpstr>Indicadores (IoC)</vt:lpstr>
      <vt:lpstr>Mejoras</vt:lpstr>
      <vt:lpstr>Conclusión</vt:lpstr>
      <vt:lpstr>FIN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Molina de Haro</cp:lastModifiedBy>
  <cp:revision>3</cp:revision>
  <dcterms:created xsi:type="dcterms:W3CDTF">2013-01-27T09:14:16Z</dcterms:created>
  <dcterms:modified xsi:type="dcterms:W3CDTF">2026-03-27T08:41:47Z</dcterms:modified>
  <cp:category/>
</cp:coreProperties>
</file>