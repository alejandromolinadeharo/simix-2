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3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7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1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4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3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4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8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57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81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3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346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27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85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38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6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6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576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1447801"/>
            <a:ext cx="7843925" cy="3329581"/>
          </a:xfrm>
        </p:spPr>
        <p:txBody>
          <a:bodyPr/>
          <a:lstStyle/>
          <a:p>
            <a:r>
              <a:rPr sz="6000" dirty="0" err="1"/>
              <a:t>Seguridad</a:t>
            </a:r>
            <a:r>
              <a:rPr sz="6000" dirty="0"/>
              <a:t> </a:t>
            </a:r>
            <a:r>
              <a:rPr sz="6000" dirty="0" err="1"/>
              <a:t>en</a:t>
            </a:r>
            <a:r>
              <a:rPr sz="6000" dirty="0"/>
              <a:t> Redes y </a:t>
            </a:r>
            <a:r>
              <a:rPr sz="6000" dirty="0" err="1"/>
              <a:t>Firma</a:t>
            </a:r>
            <a:r>
              <a:rPr sz="6000" dirty="0"/>
              <a:t> Digital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Alejandro Molina De Haro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Situación del instituto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Aparece una Wi-Fi falsa similar a la oficial</a:t>
            </a:r>
          </a:p>
          <a:p>
            <a:r>
              <a:t>Robo de cuentas de Instagram tras conectarse</a:t>
            </a:r>
          </a:p>
          <a:p>
            <a:r>
              <a:t>PDF con firma digital inválida</a:t>
            </a:r>
          </a:p>
          <a:p>
            <a:r>
              <a:t>Router mal configurado con WPS activado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Problemas detectados en la Wi-Fi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falsa (Evil Twin)</a:t>
            </a:r>
          </a:p>
          <a:p>
            <a:r>
              <a:t>Misma contraseña en todas las redes</a:t>
            </a:r>
          </a:p>
          <a:p>
            <a:r>
              <a:t>WPS activado</a:t>
            </a:r>
          </a:p>
          <a:p>
            <a:r>
              <a:t>Falta de separación de redes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Ataque Evil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 una red falsa con nombre similar</a:t>
            </a:r>
          </a:p>
          <a:p>
            <a:r>
              <a:t>Las víctimas se conectan sin darse cuenta</a:t>
            </a:r>
          </a:p>
          <a:p>
            <a:r>
              <a:t>El atacante roba contraseñas</a:t>
            </a:r>
          </a:p>
          <a:p>
            <a:r>
              <a:t>Muy común en redes públicas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Señales de una red Evil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Dos redes con nombres casi iguales</a:t>
            </a:r>
          </a:p>
          <a:p>
            <a:r>
              <a:t>No pide contraseña o pide algo raro</a:t>
            </a:r>
          </a:p>
          <a:p>
            <a:r>
              <a:t>Webs sin HTTPS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Medidas de seguridad Wi-Fi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Usar WPA3 o WPA2-Enterprise</a:t>
            </a:r>
          </a:p>
          <a:p>
            <a:r>
              <a:rPr dirty="0" err="1"/>
              <a:t>Desactivar</a:t>
            </a:r>
            <a:r>
              <a:rPr dirty="0"/>
              <a:t> WPS</a:t>
            </a:r>
          </a:p>
          <a:p>
            <a:r>
              <a:rPr dirty="0" err="1"/>
              <a:t>Separar</a:t>
            </a:r>
            <a:r>
              <a:rPr dirty="0"/>
              <a:t> redes con VLANs</a:t>
            </a:r>
          </a:p>
          <a:p>
            <a:r>
              <a:rPr dirty="0" err="1"/>
              <a:t>Contraseñas</a:t>
            </a:r>
            <a:r>
              <a:rPr dirty="0"/>
              <a:t> </a:t>
            </a:r>
            <a:r>
              <a:rPr dirty="0" err="1"/>
              <a:t>largas</a:t>
            </a:r>
            <a:r>
              <a:rPr dirty="0"/>
              <a:t> y </a:t>
            </a:r>
            <a:r>
              <a:rPr dirty="0" err="1"/>
              <a:t>seguras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Firma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 autoría e integridad</a:t>
            </a:r>
          </a:p>
          <a:p>
            <a:r>
              <a:t>Usa criptografía</a:t>
            </a:r>
          </a:p>
          <a:p>
            <a:r>
              <a:t>Depende de un certificado digital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firma digital inválida?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documento fue modificado</a:t>
            </a:r>
          </a:p>
          <a:p>
            <a:r>
              <a:t>El certificado no es válido</a:t>
            </a:r>
          </a:p>
          <a:p>
            <a:r>
              <a:t>La firma no coincide con el contenido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 de firma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Documento → Hash</a:t>
            </a:r>
          </a:p>
          <a:p>
            <a:r>
              <a:t>Firma con clave privada</a:t>
            </a:r>
          </a:p>
          <a:p>
            <a:r>
              <a:t>Verificación con clave pública</a:t>
            </a:r>
          </a:p>
          <a:p>
            <a:r>
              <a:t>Comparación de hash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Autenticación y MFA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 que sabes (contraseña)</a:t>
            </a:r>
          </a:p>
          <a:p>
            <a:r>
              <a:t>Algo que tienes (móvil)</a:t>
            </a:r>
          </a:p>
          <a:p>
            <a:r>
              <a:t>Algo que eres (huella)</a:t>
            </a:r>
          </a:p>
          <a:p>
            <a:r>
              <a:t>MFA reduce el riesgo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acción del instituto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Mejorar seguridad Wi-Fi</a:t>
            </a:r>
          </a:p>
          <a:p>
            <a:r>
              <a:t>Usar correctamente firmas digitales</a:t>
            </a:r>
          </a:p>
          <a:p>
            <a:r>
              <a:t>Aplicar MFA</a:t>
            </a:r>
          </a:p>
          <a:p>
            <a:r>
              <a:t>Formación a usuarios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CF6C0-FD7B-BC8B-558A-EF7D2BB6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8291645" cy="5966936"/>
          </a:xfrm>
        </p:spPr>
        <p:txBody>
          <a:bodyPr/>
          <a:lstStyle/>
          <a:p>
            <a:r>
              <a:rPr lang="es-ES" sz="9600" dirty="0"/>
              <a:t>Gracias por vuestra </a:t>
            </a:r>
            <a:r>
              <a:rPr lang="es-ES" sz="9600" dirty="0" err="1"/>
              <a:t>atencion</a:t>
            </a:r>
            <a:endParaRPr lang="es-ES" sz="9600" dirty="0"/>
          </a:p>
        </p:txBody>
      </p:sp>
    </p:spTree>
    <p:extLst>
      <p:ext uri="{BB962C8B-B14F-4D97-AF65-F5344CB8AC3E}">
        <p14:creationId xmlns:p14="http://schemas.microsoft.com/office/powerpoint/2010/main" val="2015793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230</Words>
  <Application>Microsoft Office PowerPoint</Application>
  <PresentationFormat>Presentación en pantalla (4:3)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Seguridad en Redes y Firma Digital</vt:lpstr>
      <vt:lpstr>Situación del instituto</vt:lpstr>
      <vt:lpstr>Problemas detectados en la Wi-Fi</vt:lpstr>
      <vt:lpstr>Ataque Evil Twin</vt:lpstr>
      <vt:lpstr>Señales de una red Evil Twin</vt:lpstr>
      <vt:lpstr>Medidas de seguridad Wi-Fi</vt:lpstr>
      <vt:lpstr>Firma digital</vt:lpstr>
      <vt:lpstr>¿Qué es una firma digital inválida?</vt:lpstr>
      <vt:lpstr>Proceso de firma digital</vt:lpstr>
      <vt:lpstr>Autenticación y MFA</vt:lpstr>
      <vt:lpstr>Plan de acción del instituto</vt:lpstr>
      <vt:lpstr>Gracias por vuestra atencion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Molina de Haro</cp:lastModifiedBy>
  <cp:revision>2</cp:revision>
  <dcterms:created xsi:type="dcterms:W3CDTF">2013-01-27T09:14:16Z</dcterms:created>
  <dcterms:modified xsi:type="dcterms:W3CDTF">2026-02-06T08:43:30Z</dcterms:modified>
  <cp:category/>
</cp:coreProperties>
</file>